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sec. In the proposal we showed an empty table. Today it is filled in, and we also found things we did not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sec. Timeline in one breath, then the three corrections. Be open that we are not the first to test across corpora.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sec. All six done. Point at the last row: review made the project bigger, not smaller.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sec. Spend the time on the control box. That is the answer to the first question any examiner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sec. This is the notebook slide. Say: every table that follows is produced by these scripts from these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sec. Say the three numbers slowly. Then the verification line: this is the part a reviewer attacks, and we checked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sec. This is the strongest slide. Read the three columns across one row, then the red box. Then hand to Faria.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sec. This surprises people. Say the headline number, then that we used two annotators rather than trusting one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sec. Tell it as a story: we suspected our own good number, ran the obvious test, it said we were right to worry, then the proper paired test said otherwise. Report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sec. Three rows only: Gemini (best, paid), Qwen (best open), and a published detector (high on our corpora, low on AI mail).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sec. The point: the ranking changes with the base rate, and combining two cheap models beats either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sec. One sentence per card. Read the explanation box quickly, then the closing line, then go on to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sec. Say the first three clearly. Owning these is what makes the rest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sec. Two blocks of plan, then the links, then the three numbers. Stop after "thank you".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